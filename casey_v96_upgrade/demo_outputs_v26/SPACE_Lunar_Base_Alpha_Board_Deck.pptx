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CASEY TITAN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Space Base has been classified as Surface Habitat/Base in Moon / Lunar Surface. CASEY estimates $181.7B P50 cost, $145.3B to $236.2B range, 224 month baseline, Extreme risk and 46%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P50</a:t>
            </a:r>
          </a:p>
          <a:p>
            <a:r>
              <a:t>$181.7B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Range</a:t>
            </a:r>
          </a:p>
          <a:p>
            <a:r>
              <a:t>$145.3B - $236.2B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59" y="146304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</a:t>
            </a:r>
          </a:p>
          <a:p>
            <a:r>
              <a:t>224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</a:t>
            </a:r>
          </a:p>
          <a:p>
            <a:r>
              <a:t>Extreme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Confidence</a:t>
            </a:r>
          </a:p>
          <a:p>
            <a:r>
              <a:t>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59" y="2926080"/>
            <a:ext cx="32918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QCRA P80</a:t>
            </a:r>
          </a:p>
          <a:p>
            <a:r>
              <a:t>$288.3B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Top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Mass growth — A1500 / 01.05</a:t>
            </a:r>
          </a:p>
          <a:p>
            <a:pPr/>
            <a:r>
              <a:t>Market escalation — A1800 / 01.08</a:t>
            </a:r>
          </a:p>
          <a:p>
            <a:pPr/>
            <a:r>
              <a:t>Life-support reliability — A1600 / 01.06</a:t>
            </a:r>
          </a:p>
          <a:p>
            <a:pPr/>
            <a:r>
              <a:t>Launch manifest delay — A1400 / 01.04</a:t>
            </a:r>
          </a:p>
          <a:p>
            <a:pPr/>
            <a:r>
              <a:t>Design maturity gap — A2000 / 02.01</a:t>
            </a:r>
          </a:p>
          <a:p>
            <a:pPr/>
            <a:r>
              <a:t>Scope growth — A1700 / 01.07</a:t>
            </a:r>
          </a:p>
          <a:p>
            <a:pPr/>
            <a:r>
              <a:t>Productivity underperformance — P1000 / 02.03</a:t>
            </a:r>
          </a:p>
          <a:p>
            <a:pPr/>
            <a:r>
              <a:t>Supply chain delay — A2100 / 02.02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