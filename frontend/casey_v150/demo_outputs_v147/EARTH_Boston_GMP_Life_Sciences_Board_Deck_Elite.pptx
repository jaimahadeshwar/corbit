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PPTX DECK REMOVED FROM PLATINUM OUTPUT PACK</a:t>
            </a:r>
          </a:p>
          <a:p>
            <a:pPr>
              <a:defRPr sz="1800"/>
            </a:pPr>
            <a:r>
              <a:t>CASEY now prioritises board PDF, Excel cost model, risk workbook, XER + schedule CSV, DOCX and JSON audit outputs. The deck can be rebuilt later as a separate design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