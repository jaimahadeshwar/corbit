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CASEY TITAN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Life Sciences Campus has been classified as Life Sciences / Pharma in Global / Not specified. CASEY estimates $3.0B P50 cost, $2.4B to $3.9B range, 74 month baseline, Medium risk and 64%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P50</a:t>
            </a:r>
          </a:p>
          <a:p>
            <a:r>
              <a:t>$3.0B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Range</a:t>
            </a:r>
          </a:p>
          <a:p>
            <a:r>
              <a:t>$2.4B - $3.9B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59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</a:t>
            </a:r>
          </a:p>
          <a:p>
            <a:r>
              <a:t>74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</a:t>
            </a:r>
          </a:p>
          <a:p>
            <a:r>
              <a:t>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Confidence</a:t>
            </a:r>
          </a:p>
          <a:p>
            <a:r>
              <a:t>64%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QCRA P80</a:t>
            </a:r>
          </a:p>
          <a:p>
            <a:r>
              <a:t>$4.2B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Top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Market escalation — A1500 / 01.05</a:t>
            </a:r>
          </a:p>
          <a:p>
            <a:pPr/>
            <a:r>
              <a:t>Scope growth — A1400 / 01.04</a:t>
            </a:r>
          </a:p>
          <a:p>
            <a:pPr/>
            <a:r>
              <a:t>Design maturity gap — A1700 / 01.07</a:t>
            </a:r>
          </a:p>
          <a:p>
            <a:pPr/>
            <a:r>
              <a:t>Productivity underperformance — A1900 / 01.09</a:t>
            </a:r>
          </a:p>
          <a:p>
            <a:pPr/>
            <a:r>
              <a:t>Supply chain delay — A1800 / 01.08</a:t>
            </a:r>
          </a:p>
          <a:p>
            <a:pPr/>
            <a:r>
              <a:t>Interface misalignment — A2100 / 01.11</a:t>
            </a:r>
          </a:p>
          <a:p>
            <a:pPr/>
            <a:r>
              <a:t>Commissioning delay — A2000 / 01.10</a:t>
            </a:r>
          </a:p>
          <a:p>
            <a:pPr/>
            <a:r>
              <a:t>Permits / approvals delay — A1600 / 01.06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