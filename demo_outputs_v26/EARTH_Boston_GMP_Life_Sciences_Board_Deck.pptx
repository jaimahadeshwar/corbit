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/>
              <a:t>CASEY TITAN 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Life Sciences Campus has been classified as Life Sciences / Pharma in United States. CASEY estimates $9.5B P50 cost, $7.6B to $12.4B range, 108 month baseline, Medium-High risk and 60% confidence under the Base scenario.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/>
              <a:t>Board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32918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P50</a:t>
            </a:r>
          </a:p>
          <a:p>
            <a:r>
              <a:t>$9.5B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1463040"/>
            <a:ext cx="32918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Range</a:t>
            </a:r>
          </a:p>
          <a:p>
            <a:r>
              <a:t>$7.6B - $12.4B</a:t>
            </a:r>
          </a:p>
        </p:txBody>
      </p:sp>
      <p:sp>
        <p:nvSpPr>
          <p:cNvPr id="5" name="Rectangle 4"/>
          <p:cNvSpPr/>
          <p:nvPr/>
        </p:nvSpPr>
        <p:spPr>
          <a:xfrm>
            <a:off x="8138159" y="1463040"/>
            <a:ext cx="32918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Schedule</a:t>
            </a:r>
          </a:p>
          <a:p>
            <a:r>
              <a:t>108 months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926080"/>
            <a:ext cx="32918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Risk</a:t>
            </a:r>
          </a:p>
          <a:p>
            <a:r>
              <a:t>Medium-High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926080"/>
            <a:ext cx="32918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Confidence</a:t>
            </a:r>
          </a:p>
          <a:p>
            <a:r>
              <a:t>60%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59" y="2926080"/>
            <a:ext cx="32918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QCRA P80</a:t>
            </a:r>
          </a:p>
          <a:p>
            <a:r>
              <a:t>$13.2B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/>
              <a:t>Top Risk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t>Market escalation — A1500 / 01.05</a:t>
            </a:r>
          </a:p>
          <a:p>
            <a:pPr/>
            <a:r>
              <a:t>Design maturity gap — A1700 / 01.07</a:t>
            </a:r>
          </a:p>
          <a:p>
            <a:pPr/>
            <a:r>
              <a:t>Scope growth — A1400 / 01.04</a:t>
            </a:r>
          </a:p>
          <a:p>
            <a:pPr/>
            <a:r>
              <a:t>Productivity underperformance — A1900 / 01.09</a:t>
            </a:r>
          </a:p>
          <a:p>
            <a:pPr/>
            <a:r>
              <a:t>Supply chain delay — A1800 / 01.08</a:t>
            </a:r>
          </a:p>
          <a:p>
            <a:pPr/>
            <a:r>
              <a:t>Interface misalignment — A2100 / 01.11</a:t>
            </a:r>
          </a:p>
          <a:p>
            <a:pPr/>
            <a:r>
              <a:t>Commissioning delay — A2000 / 01.10</a:t>
            </a:r>
          </a:p>
          <a:p>
            <a:pPr/>
            <a:r>
              <a:t>Permits / approvals delay — A1600 / 01.06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