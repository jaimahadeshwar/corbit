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CASEY TITAN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Data Centre Campus has been classified as Digital Infrastructure / Hyperscale Data Centre in Saudi Arabia / GCC. CASEY estimates $10.7B P50 cost, $8.6B to $13.9B range, 64 month baseline, Medium risk and 64%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P50</a:t>
            </a:r>
          </a:p>
          <a:p>
            <a:r>
              <a:t>$10.7B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Range</a:t>
            </a:r>
          </a:p>
          <a:p>
            <a:r>
              <a:t>$8.6B - $13.9B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59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</a:t>
            </a:r>
          </a:p>
          <a:p>
            <a:r>
              <a:t>64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</a:t>
            </a:r>
          </a:p>
          <a:p>
            <a:r>
              <a:t>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Confidence</a:t>
            </a:r>
          </a:p>
          <a:p>
            <a:r>
              <a:t>64%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QCRA P80</a:t>
            </a:r>
          </a:p>
          <a:p>
            <a:r>
              <a:t>$16.0B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Top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Grid connection delay — A1400 / 01.04</a:t>
            </a:r>
          </a:p>
          <a:p>
            <a:pPr/>
            <a:r>
              <a:t>Market escalation — A1700 / 01.07</a:t>
            </a:r>
          </a:p>
          <a:p>
            <a:pPr/>
            <a:r>
              <a:t>Design maturity gap — A1900 / 01.09</a:t>
            </a:r>
          </a:p>
          <a:p>
            <a:pPr/>
            <a:r>
              <a:t>Scope growth — A1600 / 01.06</a:t>
            </a:r>
          </a:p>
          <a:p>
            <a:pPr/>
            <a:r>
              <a:t>Productivity underperformance — A2100 / 01.11</a:t>
            </a:r>
          </a:p>
          <a:p>
            <a:pPr/>
            <a:r>
              <a:t>Supply chain delay — A2000 / 01.10</a:t>
            </a:r>
          </a:p>
          <a:p>
            <a:pPr/>
            <a:r>
              <a:t>Cooling system capacity — A1500 / 01.05</a:t>
            </a:r>
          </a:p>
          <a:p>
            <a:pPr/>
            <a:r>
              <a:t>Interface misalignment — P2000 / 02.02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